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USAGE STRATEGY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Your AI Productivity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468880" y="11887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Director + Entrepreneur + Student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Tasks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691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Business Planning, Strategy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1945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(project-based)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26974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Answers, Deep Research, Business Strategy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MODELS COMPARED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2286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answers, learning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743200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1920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 (DEFAULT)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743200" cy="2286000"/>
          </a:xfrm>
          <a:prstGeom prst="rect">
            <a:avLst/>
          </a:prstGeom>
          <a:solidFill>
            <a:srgbClr val="051D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&amp; complex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SETTINGS GUIDE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LOW — Quick factual answers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STANDARD (Default) — Most tasks - good balance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1E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HIGH — Important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051D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MAX — Critical strategy work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PERSONALIZED WORKFLOW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admissions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concepts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WINNING FORMULA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2194560"/>
            <a:ext cx="7315200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3774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DEFAULT: Sonnet 4.5 + Standard Effort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balance for your business planning &amp; strategy work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2026-06-07T13:02:02Z</dcterms:created>
  <dcterms:modified xsi:type="dcterms:W3CDTF">2026-06-07T13:02:02Z</dcterms:modified>
</cp:coreProperties>
</file>