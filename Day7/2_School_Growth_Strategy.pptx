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GROWTH STRATEGY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Admissions &amp; Digital Growth Plan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Foundation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188720"/>
            <a:ext cx="1920240" cy="2286000"/>
          </a:xfrm>
          <a:prstGeom prst="rect">
            <a:avLst/>
          </a:prstGeom>
          <a:solidFill>
            <a:srgbClr val="7BA857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0604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1920240" cy="2286000"/>
          </a:xfrm>
          <a:prstGeom prst="rect">
            <a:avLst/>
          </a:prstGeom>
          <a:solidFill>
            <a:srgbClr val="659F4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1188720"/>
            <a:ext cx="1920240" cy="2286000"/>
          </a:xfrm>
          <a:prstGeom prst="rect">
            <a:avLst/>
          </a:prstGeom>
          <a:solidFill>
            <a:srgbClr val="4F8341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1371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20840" y="192024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GROWTH CHANNELS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7BA85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Outreach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659F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Local SEO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4F83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 TOOLS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Chatbot (Tidio)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5hrs/week saved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CRM (HubSpot)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conversions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Email Automation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377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engagement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Google Ads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ROI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GROW TOGETHER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student inquiries in 12 months with strategic growth + automation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2026-06-07T13:02:02Z</dcterms:created>
  <dcterms:modified xsi:type="dcterms:W3CDTF">2026-06-07T13:02:02Z</dcterms:modified>
</cp:coreProperties>
</file>