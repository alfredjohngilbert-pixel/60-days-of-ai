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BUSINESS EXPANSION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Capacity &amp; Revenue Growth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Corporate Printing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1325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+₹2L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solidFill>
            <a:srgbClr val="E8555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Educational Materials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2103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+₹1.5L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DB4E5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Packaging Solutions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880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+₹2.5L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solidFill>
            <a:srgbClr val="CE47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Digital Design Services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657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ROADMAP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Order Management → Simple 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Quote Generation → Automated pricing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quotes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Invoicing → Razorpay/PayPal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Delivery → SMS/WhatsApp updates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confidence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98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1298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₹5-8L/month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8229600" cy="594360"/>
          </a:xfrm>
          <a:prstGeom prst="rect">
            <a:avLst/>
          </a:prstGeom>
          <a:solidFill>
            <a:srgbClr val="DB4E5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(New segments)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₹12-15L/month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15184"/>
            <a:ext cx="8229600" cy="594360"/>
          </a:xfrm>
          <a:prstGeom prst="rect">
            <a:avLst/>
          </a:prstGeom>
          <a:solidFill>
            <a:srgbClr val="9E2E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24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 (Full capacity)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7249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₹15-20L/month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8229600" cy="594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381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4381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150-200%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YOUR REVENUE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₹5-8L to ₹15-20L monthly with strategic expansion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2026-06-07T13:02:02Z</dcterms:created>
  <dcterms:modified xsi:type="dcterms:W3CDTF">2026-06-07T13:02:02Z</dcterms:modified>
</cp:coreProperties>
</file>