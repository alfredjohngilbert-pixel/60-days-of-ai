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ADMISSIONS LEAD TRACKER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29184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lose another admission inquiry.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Talks 60-Day Claude AI Challenge  •  10-Day Capstone  •  Day 1 of 10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822960" cy="54864"/>
          </a:xfrm>
          <a:prstGeom prst="rect">
            <a:avLst/>
          </a:prstGeom>
          <a:solidFill>
            <a:srgbClr val="C9A25C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Admission leads are still tracked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paper.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A2233"/>
          </a:solidFill>
          <a:ln w="12700">
            <a:solidFill>
              <a:srgbClr val="1A22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Under-100 leads per season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enough to matter individually — every one is a potential family.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A2233"/>
          </a:solidFill>
          <a:ln w="12700">
            <a:solidFill>
              <a:srgbClr val="1A22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Logged by hand, per phone call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61772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notebook register is the only system of record today.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1A2233"/>
          </a:solidFill>
          <a:ln w="12700">
            <a:solidFill>
              <a:srgbClr val="1A22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0" y="25146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visibility into what's overdue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412480" y="3291840"/>
            <a:ext cx="301752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can't see who was promised a callback yesterday.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Result: missed follow-ups, cold leads, and lost admissions — not from lack of interest, but lack of tracking.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USER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admin. One tool. Zero complexity.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486400" cy="3566160"/>
          </a:xfrm>
          <a:prstGeom prst="roundRect">
            <a:avLst>
              <a:gd name="adj" fmla="val 3077"/>
            </a:avLst>
          </a:prstGeom>
          <a:solidFill>
            <a:srgbClr val="1A22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560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CBSE School Admissions Admin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8680" y="3108960"/>
            <a:ext cx="49377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Handles all inbound admission inquiries for the school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Currently works from a paper register, one entry per call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to know, every morning, exactly who to call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solo — no team, no shared login needed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09360" y="2286000"/>
            <a:ext cx="5303520" cy="3566160"/>
          </a:xfrm>
          <a:prstGeom prst="roundRect">
            <a:avLst>
              <a:gd name="adj" fmla="val 3077"/>
            </a:avLst>
          </a:prstGeom>
          <a:solidFill>
            <a:srgbClr val="212B40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25603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29400" y="3108960"/>
            <a:ext cx="47548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CBSE school market, Patna / Bihar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Roughly under 100 inquiries per admission season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existing digital system — pure greenfield replacement of a notebook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single-screen tool built around one question: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“Who do I need to call today?”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C9A2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43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14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Inquiry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587752" y="274320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907792" y="2743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A2233"/>
          </a:solidFill>
          <a:ln/>
        </p:spPr>
      </p:sp>
      <p:sp>
        <p:nvSpPr>
          <p:cNvPr id="9" name="Text 7"/>
          <p:cNvSpPr/>
          <p:nvPr/>
        </p:nvSpPr>
        <p:spPr>
          <a:xfrm>
            <a:off x="2907792" y="2743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946904" y="274320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266944" y="2743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A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5266944" y="2743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306056" y="274320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6096" y="2743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A2233"/>
          </a:solidFill>
          <a:ln/>
        </p:spPr>
      </p:sp>
      <p:sp>
        <p:nvSpPr>
          <p:cNvPr id="15" name="Text 13"/>
          <p:cNvSpPr/>
          <p:nvPr/>
        </p:nvSpPr>
        <p:spPr>
          <a:xfrm>
            <a:off x="7626096" y="2743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/ Interview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65208" y="2743200"/>
            <a:ext cx="365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985248" y="2743200"/>
            <a:ext cx="2084832" cy="1005840"/>
          </a:xfrm>
          <a:prstGeom prst="roundRect">
            <a:avLst>
              <a:gd name="adj" fmla="val 9091"/>
            </a:avLst>
          </a:prstGeom>
          <a:solidFill>
            <a:srgbClr val="1A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9985248" y="2743200"/>
            <a:ext cx="208483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Admitted / Rejected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lead moves through this funnel. The tool's job is simple: surface today's and overdue follow-ups before anything else, every time the admin opens it.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Browser-based  ·  No login  ·  No backend  ·  Works offline after first load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— V1.0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ships on Day 10.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Follow-ups Dashboard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landing screen — overdue and due-today leads, sorted and flagged.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2194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0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Funnel View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leads grouped by stage, with live counts at a glance.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21945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11" name="Text 9"/>
          <p:cNvSpPr/>
          <p:nvPr/>
        </p:nvSpPr>
        <p:spPr>
          <a:xfrm>
            <a:off x="8366760" y="23042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 Management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66760" y="26974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edit, delete — name, phone, grade, follow-up date, notes.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297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any lead by name in seconds.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343400" y="3794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Persistence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4297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survives refresh and browser close — no account needed.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138160" y="3794760"/>
            <a:ext cx="3566160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8366760" y="39044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Dark, Premium UI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66760" y="429768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with the builder's existing app portfolio.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simple, deliberately fast to ship.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2233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2286000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91840" y="22860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Vanilla HTML / CSS / JavaScript — single-page app, no build step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3072384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2233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072384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291840" y="3072384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localStorage — no database, no server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858768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223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858768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91840" y="3858768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— single-user tool, no login required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645152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645152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91840" y="4645152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static hosting (GitHub Pages) — no paid services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431536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A2233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5431536"/>
            <a:ext cx="2377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91840" y="5431536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6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Dark/premium visual system, consistent with prior portfolio apps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Deliberately deferred — not forgotten.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7899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CSV / Excel export &amp; import for backup and reporting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Multi-user support with shared, synced data across staff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 / SMS follow-up reminders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Analytics: stage conversion rates, source-of-inquiry tracking</a:t>
            </a:r>
            <a:endParaRPr lang="en-US" sz="16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6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Multi-school / multi-branch support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stays focused on one job — never losing a lead — done exceptionally well.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4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notebook to a system —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school at a time.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project started as a 10-day capstone, but the problem it solves is real: small CBSE schools run high-stakes admissions decisions on paper. A tool this simple, built this fast, is proof that thoughtful, focused software — not complexity — is what most schools actually need.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60350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4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part of the AB Talks 60-Day Claude AI Challenge  ·  #60DaysClaudeChallenge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822960" cy="54864"/>
          </a:xfrm>
          <a:prstGeom prst="rect">
            <a:avLst/>
          </a:prstGeom>
          <a:solidFill>
            <a:srgbClr val="C9A25C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2026-07-25T18:11:52Z</dcterms:created>
  <dcterms:modified xsi:type="dcterms:W3CDTF">2026-07-25T18:11:52Z</dcterms:modified>
</cp:coreProperties>
</file>